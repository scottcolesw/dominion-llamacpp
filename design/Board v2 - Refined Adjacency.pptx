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3611880" y="3429000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2423160" y="4458614"/>
            <a:ext cx="1188720" cy="914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1828800" y="3429000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828800" y="2399386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2399386"/>
            <a:ext cx="1188720" cy="914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2399386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423160" y="3429000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828800" y="3429000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423160" y="2399386"/>
            <a:ext cx="9144" cy="2059229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28800" y="2399386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399386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399386"/>
            <a:ext cx="9144" cy="2059229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9738360" y="3429000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8549640" y="4458614"/>
            <a:ext cx="1188720" cy="914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7955280" y="3429000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7955280" y="2399386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2399386"/>
            <a:ext cx="1188720" cy="914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2399386"/>
            <a:ext cx="59436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8549640" y="3429000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 flipV="1">
            <a:off x="7955280" y="3429000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549640" y="2399386"/>
            <a:ext cx="9144" cy="2059229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955280" y="2399386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2399386"/>
            <a:ext cx="17830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0" y="2399386"/>
            <a:ext cx="9144" cy="2059229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4206240" y="3429000"/>
            <a:ext cx="1874520" cy="914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3611880" y="3429000"/>
            <a:ext cx="24688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3429000"/>
            <a:ext cx="1874520" cy="914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080760" y="2399386"/>
            <a:ext cx="2468880" cy="1029614"/>
          </a:xfrm>
          <a:prstGeom prst="line">
            <a:avLst/>
          </a:prstGeom>
          <a:noFill/>
          <a:ln w="15875">
            <a:solidFill>
              <a:srgbClr val="B0B0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6180" y="2948940"/>
            <a:ext cx="960120" cy="960120"/>
          </a:xfrm>
          <a:prstGeom prst="hexagon">
            <a:avLst/>
          </a:prstGeom>
          <a:solidFill>
            <a:srgbClr val="F4C95D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31820" y="3978554"/>
            <a:ext cx="960120" cy="960120"/>
          </a:xfrm>
          <a:prstGeom prst="hexagon">
            <a:avLst/>
          </a:prstGeom>
          <a:solidFill>
            <a:srgbClr val="F4C95D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43100" y="3978554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48740" y="2948940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43100" y="1919326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1820" y="1919326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52660" y="2948940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58300" y="3978554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9580" y="3978554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5220" y="2948940"/>
            <a:ext cx="960120" cy="960120"/>
          </a:xfrm>
          <a:prstGeom prst="hexagon">
            <a:avLst/>
          </a:prstGeom>
          <a:solidFill>
            <a:srgbClr val="F4C95D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9580" y="1919326"/>
            <a:ext cx="960120" cy="960120"/>
          </a:xfrm>
          <a:prstGeom prst="hexagon">
            <a:avLst/>
          </a:prstGeom>
          <a:solidFill>
            <a:srgbClr val="F4C95D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58300" y="1919326"/>
            <a:ext cx="960120" cy="96012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00700" y="2948940"/>
            <a:ext cx="960120" cy="960120"/>
          </a:xfrm>
          <a:prstGeom prst="hexagon">
            <a:avLst/>
          </a:prstGeom>
          <a:solidFill>
            <a:srgbClr val="FBBF24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Two-cluster board, refined adjacency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Challenge Stage  |  Amber = bridge tiles  |  Gray = ring tiles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2026-07-16T17:28:07Z</dcterms:created>
  <dcterms:modified xsi:type="dcterms:W3CDTF">2026-07-16T17:28:07Z</dcterms:modified>
</cp:coreProperties>
</file>