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77256" y="986110"/>
            <a:ext cx="1207008" cy="1045300"/>
          </a:xfrm>
          <a:prstGeom prst="hexagon">
            <a:avLst/>
          </a:prstGeom>
          <a:solidFill>
            <a:srgbClr val="FBBF24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54219" y="1891366"/>
            <a:ext cx="1207008" cy="1045300"/>
          </a:xfrm>
          <a:prstGeom prst="hexagon">
            <a:avLst/>
          </a:prstGeom>
          <a:solidFill>
            <a:srgbClr val="E6194B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00293" y="1891366"/>
            <a:ext cx="1207008" cy="1045300"/>
          </a:xfrm>
          <a:prstGeom prst="hexagon">
            <a:avLst/>
          </a:prstGeom>
          <a:solidFill>
            <a:srgbClr val="3CB44B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2097" y="2796622"/>
            <a:ext cx="1207008" cy="1045300"/>
          </a:xfrm>
          <a:prstGeom prst="hexagon">
            <a:avLst/>
          </a:prstGeom>
          <a:solidFill>
            <a:srgbClr val="4363D8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7256" y="2796622"/>
            <a:ext cx="1207008" cy="1045300"/>
          </a:xfrm>
          <a:prstGeom prst="hexagon">
            <a:avLst/>
          </a:prstGeom>
          <a:solidFill>
            <a:srgbClr val="F58231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22415" y="2796622"/>
            <a:ext cx="1207008" cy="1045300"/>
          </a:xfrm>
          <a:prstGeom prst="hexagon">
            <a:avLst/>
          </a:prstGeom>
          <a:solidFill>
            <a:srgbClr val="911EB4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09060" y="3701878"/>
            <a:ext cx="1207008" cy="1045300"/>
          </a:xfrm>
          <a:prstGeom prst="hexagon">
            <a:avLst/>
          </a:prstGeom>
          <a:solidFill>
            <a:srgbClr val="42D4F4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54219" y="3701878"/>
            <a:ext cx="1207008" cy="1045300"/>
          </a:xfrm>
          <a:prstGeom prst="hexagon">
            <a:avLst/>
          </a:prstGeom>
          <a:solidFill>
            <a:srgbClr val="F032E6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00293" y="3701878"/>
            <a:ext cx="1207008" cy="1045300"/>
          </a:xfrm>
          <a:prstGeom prst="hexagon">
            <a:avLst/>
          </a:prstGeom>
          <a:solidFill>
            <a:srgbClr val="BFEF45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5452" y="3701878"/>
            <a:ext cx="1207008" cy="1045300"/>
          </a:xfrm>
          <a:prstGeom prst="hexagon">
            <a:avLst/>
          </a:prstGeom>
          <a:solidFill>
            <a:srgbClr val="469990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2097" y="4607134"/>
            <a:ext cx="1207008" cy="1045300"/>
          </a:xfrm>
          <a:prstGeom prst="hexagon">
            <a:avLst/>
          </a:prstGeom>
          <a:solidFill>
            <a:srgbClr val="9A6324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77256" y="4607134"/>
            <a:ext cx="1207008" cy="1045300"/>
          </a:xfrm>
          <a:prstGeom prst="hexagon">
            <a:avLst/>
          </a:prstGeom>
          <a:solidFill>
            <a:srgbClr val="800000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22415" y="4607134"/>
            <a:ext cx="1207008" cy="1045300"/>
          </a:xfrm>
          <a:prstGeom prst="hexagon">
            <a:avLst/>
          </a:prstGeom>
          <a:solidFill>
            <a:srgbClr val="000075"/>
          </a:solidFill>
          <a:ln w="19050">
            <a:solidFill>
              <a:srgbClr val="2A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Game — locked board, Revision 15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apex = Challenge Stage, degree 2, the lowest-reach tile on the board. Each of the other twelve tiles starts under a different player.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2026-07-16T17:52:42Z</dcterms:created>
  <dcterms:modified xsi:type="dcterms:W3CDTF">2026-07-16T17:52:42Z</dcterms:modified>
</cp:coreProperties>
</file>