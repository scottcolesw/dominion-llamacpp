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63440" y="1465104"/>
            <a:ext cx="1133856" cy="981948"/>
          </a:xfrm>
          <a:prstGeom prst="hexagon">
            <a:avLst/>
          </a:prstGeom>
          <a:solidFill>
            <a:srgbClr val="E6E6E6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3832" y="1956078"/>
            <a:ext cx="1133856" cy="981948"/>
          </a:xfrm>
          <a:prstGeom prst="hexagon">
            <a:avLst/>
          </a:prstGeom>
          <a:solidFill>
            <a:srgbClr val="E6E6E6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64224" y="2447052"/>
            <a:ext cx="1133856" cy="981948"/>
          </a:xfrm>
          <a:prstGeom prst="hexagon">
            <a:avLst/>
          </a:prstGeom>
          <a:solidFill>
            <a:srgbClr val="E6E6E6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14616" y="2938026"/>
            <a:ext cx="1133856" cy="981948"/>
          </a:xfrm>
          <a:prstGeom prst="hexagon">
            <a:avLst/>
          </a:prstGeom>
          <a:solidFill>
            <a:srgbClr val="E6E6E6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3048" y="1956078"/>
            <a:ext cx="1133856" cy="981948"/>
          </a:xfrm>
          <a:prstGeom prst="hexagon">
            <a:avLst/>
          </a:prstGeom>
          <a:solidFill>
            <a:srgbClr val="E6E6E6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0" y="2447052"/>
            <a:ext cx="1133856" cy="981948"/>
          </a:xfrm>
          <a:prstGeom prst="hexagon">
            <a:avLst/>
          </a:prstGeom>
          <a:solidFill>
            <a:srgbClr val="E6E6E6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13832" y="2938026"/>
            <a:ext cx="1133856" cy="981948"/>
          </a:xfrm>
          <a:prstGeom prst="hexagon">
            <a:avLst/>
          </a:prstGeom>
          <a:solidFill>
            <a:srgbClr val="FBBF24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64224" y="3429000"/>
            <a:ext cx="1133856" cy="981948"/>
          </a:xfrm>
          <a:prstGeom prst="hexagon">
            <a:avLst/>
          </a:prstGeom>
          <a:solidFill>
            <a:srgbClr val="E6E6E6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14616" y="3919974"/>
            <a:ext cx="1133856" cy="981948"/>
          </a:xfrm>
          <a:prstGeom prst="hexagon">
            <a:avLst/>
          </a:prstGeom>
          <a:solidFill>
            <a:srgbClr val="E6E6E6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13048" y="2938026"/>
            <a:ext cx="1133856" cy="981948"/>
          </a:xfrm>
          <a:prstGeom prst="hexagon">
            <a:avLst/>
          </a:prstGeom>
          <a:solidFill>
            <a:srgbClr val="E6E6E6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3429000"/>
            <a:ext cx="1133856" cy="981948"/>
          </a:xfrm>
          <a:prstGeom prst="hexagon">
            <a:avLst/>
          </a:prstGeom>
          <a:solidFill>
            <a:srgbClr val="E6E6E6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13832" y="3919974"/>
            <a:ext cx="1133856" cy="981948"/>
          </a:xfrm>
          <a:prstGeom prst="hexagon">
            <a:avLst/>
          </a:prstGeom>
          <a:solidFill>
            <a:srgbClr val="E6E6E6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64224" y="4410948"/>
            <a:ext cx="1133856" cy="981948"/>
          </a:xfrm>
          <a:prstGeom prst="hexagon">
            <a:avLst/>
          </a:prstGeom>
          <a:solidFill>
            <a:srgbClr val="E6E6E6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Honeycomb board, 13 tiles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edge is a real physically touching neighbor, no drawn connectors. Gold = Challenge Stage, the one tile touching all six of its neighbors at once.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2026-07-16T17:32:51Z</dcterms:created>
  <dcterms:modified xsi:type="dcterms:W3CDTF">2026-07-16T17:32:51Z</dcterms:modified>
</cp:coreProperties>
</file>